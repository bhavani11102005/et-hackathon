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0" cy="4023360"/>
          </a:xfrm>
          <a:prstGeom prst="line">
            <a:avLst/>
          </a:prstGeom>
          <a:noFill/>
          <a:ln w="12700">
            <a:solidFill>
              <a:srgbClr val="2A3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960120"/>
            <a:ext cx="128016" cy="128016"/>
          </a:xfrm>
          <a:prstGeom prst="ellipse">
            <a:avLst/>
          </a:prstGeom>
          <a:solidFill>
            <a:srgbClr val="4FA8A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ONLINE  ·  PS8 — UNIFIED ASSET &amp; OPERATIONS BRAIN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Industrial Knowledge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Intelligence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51560" y="34290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reasoning layer over sensor data, manuals, and maintenance history —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knows what's wrong, why, and when it isn't sure enough to answer.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5349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SILOED SYSTEMS, UNIFIED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6052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&lt;10s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60520" y="5349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6948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$500K+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69480" y="5349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SAVINGS POTENTIAL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SUBMISSION  ·  PROBLEM STATEMENT 8  · 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failure. Three disconnected systems.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5" name="Image 0" descr="icon_activity_co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SCADA / Sensors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vibration, temperature and pressure graphs — but no context for what a spike means.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8745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9" name="Image 1" descr="icon_file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94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 Manuals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3440" y="3337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500-page PDFs. The right failure code is in there — somewhere.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8745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13" name="Image 2" descr="icon_databas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94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 Logs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58200" y="3337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technician notes in a CSV. Institutional memory nobody can search.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0272E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of unplanned downtime costs a plant  </a:t>
            </a:r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– $250,000</a:t>
            </a:r>
            <a:pPr indent="0" marL="0">
              <a:buNone/>
            </a:pPr>
            <a:r>
              <a:rPr lang="en-US" sz="15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Diagnosis today takes hours — because nothing talks to anything else.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dashboard. A brain.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surface that unifies sensor data, manuals, and maintenance history — and reasons across all three instead of just displaying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0272E"/>
          </a:solidFill>
          <a:ln w="15875">
            <a:solidFill>
              <a:srgbClr val="4FA8A0"/>
            </a:solidFill>
            <a:prstDash val="solid"/>
          </a:ln>
        </p:spPr>
      </p:sp>
      <p:pic>
        <p:nvPicPr>
          <p:cNvPr id="6" name="Image 0" descr="icon_cpu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603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048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Reasons, doesn't just render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25880" y="2743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graph facts + retrieved evidence + live anomaly signals into one operator-facing answer.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0272E"/>
          </a:solidFill>
          <a:ln w="15875">
            <a:solidFill>
              <a:srgbClr val="D4A73B"/>
            </a:solidFill>
            <a:prstDash val="solid"/>
          </a:ln>
        </p:spPr>
      </p:sp>
      <p:pic>
        <p:nvPicPr>
          <p:cNvPr id="10" name="Image 1" descr="icon_ey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862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730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its work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25880" y="4069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ships with an evidence panel — the exact log ID, manual section, and graph edge behind it.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074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0272E"/>
          </a:solidFill>
          <a:ln w="15875">
            <a:solidFill>
              <a:srgbClr val="E8622C"/>
            </a:solidFill>
            <a:prstDash val="solid"/>
          </a:ln>
        </p:spPr>
      </p:sp>
      <p:pic>
        <p:nvPicPr>
          <p:cNvPr id="14" name="Image 2" descr="icon_alert_cop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120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50566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Knows when not to guess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325880" y="5394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score gates every answer. Below threshold, it escalates to a human instead of hallucinating.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brain is wired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5" name="Image 0" descr="icon_layer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404872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" y="368503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· manuals · logs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240280" y="2944368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459736" y="214884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10" name="Image 1" descr="icon_branch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524" y="2404872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32888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532888" y="368503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→ failure mode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151376" y="2944368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370832" y="214884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15" name="Image 2" descr="icon_databas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2404872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43984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443984" y="368503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manual excerpts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062472" y="2944368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281928" y="214884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20" name="Image 3" descr="icon_activity_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2404872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55080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355080" y="368503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asset state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973568" y="2944368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193024" y="214884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25" name="Image 4" descr="icon_cpu_copp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12" y="2404872"/>
            <a:ext cx="512064" cy="5120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66176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266176" y="368503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fuses evidence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9884664" y="2944368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10104120" y="214884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30" name="Image 5" descr="icon_ey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3908" y="2404872"/>
            <a:ext cx="512064" cy="5120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17727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10177272" y="368503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0272E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stack:  </a:t>
            </a:r>
            <a:pPr indent="0" marL="0">
              <a:buNone/>
            </a:pPr>
            <a:r>
              <a:rPr lang="en-US" sz="13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  ·  FAISS/Chroma-style vector retrieval  ·  Isolation-Forest-style anomaly flags  ·  live Claude API call for reasoning  ·  single-page console UI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by design — swap in a real time-series model or production vector DB without touching the reasoning or UI layer.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Watch it diagnose Compressor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0"/>
          </a:xfrm>
          <a:prstGeom prst="roundRect">
            <a:avLst>
              <a:gd name="adj" fmla="val 120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834640" cy="4572000"/>
          </a:xfrm>
          <a:prstGeom prst="rect">
            <a:avLst/>
          </a:prstGeom>
          <a:solidFill>
            <a:srgbClr val="20272E"/>
          </a:solidFill>
          <a:ln w="9525">
            <a:solidFill>
              <a:srgbClr val="2A3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MONITORED ASSETS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2834640" cy="566928"/>
          </a:xfrm>
          <a:prstGeom prst="rect">
            <a:avLst/>
          </a:prstGeom>
          <a:solidFill>
            <a:srgbClr val="1C222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39696"/>
            <a:ext cx="45720" cy="566928"/>
          </a:xfrm>
          <a:prstGeom prst="rect">
            <a:avLst/>
          </a:prstGeom>
          <a:solidFill>
            <a:srgbClr val="E8622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45720" cy="5669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1363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45720" cy="566928"/>
          </a:xfrm>
          <a:prstGeom prst="rect">
            <a:avLst/>
          </a:prstGeom>
          <a:solidFill>
            <a:srgbClr val="4FA8A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7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8221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45720" cy="566928"/>
          </a:xfrm>
          <a:prstGeom prst="rect">
            <a:avLst/>
          </a:prstGeom>
          <a:solidFill>
            <a:srgbClr val="4FA8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5079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882896"/>
            <a:ext cx="45720" cy="566928"/>
          </a:xfrm>
          <a:prstGeom prst="rect">
            <a:avLst/>
          </a:prstGeom>
          <a:solidFill>
            <a:srgbClr val="4FA8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Chiller Unit 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1937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QUERY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0" y="20574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20272E"/>
          </a:solidFill>
          <a:ln w="9525">
            <a:solidFill>
              <a:srgbClr val="2A3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057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is Compressor 3 flagged?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0" y="2788920"/>
            <a:ext cx="7680960" cy="1417320"/>
          </a:xfrm>
          <a:prstGeom prst="roundRect">
            <a:avLst>
              <a:gd name="adj" fmla="val 3871"/>
            </a:avLst>
          </a:prstGeom>
          <a:solidFill>
            <a:srgbClr val="20272E"/>
          </a:solidFill>
          <a:ln w="12700">
            <a:solidFill>
              <a:srgbClr val="4FA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926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0.87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3 is flagged for a vibration anomaly consistent with the seal-leak → bearing-wear pattern seen in LOG-221 (Nov 2025). Per manual Sec. 4.2, inspect the mechanical seal within 48h.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0" y="4389120"/>
            <a:ext cx="7680960" cy="1463040"/>
          </a:xfrm>
          <a:prstGeom prst="roundRect">
            <a:avLst>
              <a:gd name="adj" fmla="val 3750"/>
            </a:avLst>
          </a:prstGeom>
          <a:solidFill>
            <a:srgbClr val="14181C"/>
          </a:solidFill>
          <a:ln w="9525">
            <a:solidFill>
              <a:srgbClr val="2A323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84048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▾ VIEW EVIDENCE &amp; CITATIONS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480060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"asset": "Compressor 3", "confidence": 0.87,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"graph": "bearing_wear &lt;- seal_leak",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"log": "LOG-221 · R. Fernandes · 2025-11-02",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"manual": "Sec. 4.2 — Vibration Troubleshooting" }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knows when not to trust itself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RAG chatbots answer confidently even when they shouldn't. Every answer here carries a transparent, weighted confidence score — and a hard rule for what happens when it's 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correctly identified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2880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 match found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33375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Maintenance-log relevance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3794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+0.30 max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Manual-excerpt relevance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42519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+0.15 max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intent matches anomaly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4709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212080"/>
            <a:ext cx="4937760" cy="0"/>
          </a:xfrm>
          <a:prstGeom prst="line">
            <a:avLst/>
          </a:prstGeom>
          <a:noFill/>
          <a:ln w="12700">
            <a:solidFill>
              <a:srgbClr val="2A3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 0.50 → answer withheld, escalate to human technician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20272E"/>
          </a:solidFill>
          <a:ln w="12700">
            <a:solidFill>
              <a:srgbClr val="E8622C"/>
            </a:solidFill>
            <a:prstDash val="solid"/>
          </a:ln>
        </p:spPr>
      </p:sp>
      <p:pic>
        <p:nvPicPr>
          <p:cNvPr id="20" name="Image 0" descr="icon_alert_co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42316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7804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LOW-CONFIDENCE PATH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3108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"Retrieval confidence is low (0.31) for this asset — recommend escalating to a human technician rather than acting on this answer."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83680" y="43434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 match, no strong log or manual overlap, or an unrecognized asset — the agent will not fabricate a root cause. This is the deliberate design choice a hackathon RAG demo usually skips.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prototype's data, honestly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monitored assets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Compressor, turbine, pump, conveyor motor, HVAC chiller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1188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failure-mode maps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asset → component → failure mode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 log entries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technician notes, matched by relevance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37260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 manual excerpts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by exact section — e.g. Sec. 4.2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0272E"/>
          </a:solidFill>
          <a:ln w="12700">
            <a:solidFill>
              <a:srgbClr val="2A323A"/>
            </a:solidFill>
            <a:prstDash val="solid"/>
          </a:ln>
        </p:spPr>
      </p:sp>
      <p:pic>
        <p:nvPicPr>
          <p:cNvPr id="21" name="Image 0" descr="icon_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6344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4709160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real, wired-up prototype — not slideware.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step makes a live call to the Claude API with the retrieved evidence as grounding context; anomaly flags are threshold-based on synthetic sensor data for the demo, built to swap in a production Isolation-Forest / LSTM model without touching the graph, retrieval, or reasoning layers above it.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number a plant manager can budget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228"/>
          </a:solidFill>
          <a:ln w="15875">
            <a:solidFill>
              <a:srgbClr val="4FA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hrs → &lt;10 sec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time per incident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228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 hrs earlier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0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flagged vs. manual inspection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228"/>
          </a:solidFill>
          <a:ln w="15875">
            <a:solidFill>
              <a:srgbClr val="E86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6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$500K+ / yr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366760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from 10 hrs less downtime, mid-size plant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as a layer on top of existing SCADA / CMMS systems — not a replacement. Buyer: plant operators and industrial MRO software vendors. Short sales cycle because it augments, rather than displaces, existing infrastructure.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42519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judges should believe the number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4617720"/>
            <a:ext cx="5257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Downtime-cost range ($10K–$250K/hr) is an industry-standard estimate, not invented for this pitch. Savings scale directly with plant size and criticality of the flagged asset — conservative on purpose.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to leave the hackathon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20272E"/>
          </a:solidFill>
          <a:ln w="19050">
            <a:solidFill>
              <a:srgbClr val="D4A7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92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Single-plant prototype: 5 assets, live Claude reasoning, confidence-gated answers.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20272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9443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9260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synthetic sensor feed for real historical data; train a production anomaly model (Isolation Forest / LSTM autoencoder).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20272E"/>
          </a:solidFill>
          <a:ln w="19050">
            <a:solidFill>
              <a:srgbClr val="4F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9959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977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anomaly detection to the edge for latency-sensitive alerts; keep heavy reasoning in the cloud.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20272E"/>
          </a:solidFill>
          <a:ln w="19050">
            <a:solidFill>
              <a:srgbClr val="E86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474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50292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graph + vector + anomaly pattern generalizes across verticals — aerospace, refineries, any asset-heavy operation.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JUDGES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to run the prototype yourself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industrial-knowledge-brain.html  —  opens in any browser, no install, no server.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060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industrial-knowledge-brain.html — it runs entirely client-side.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2286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the sidebar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26060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monitored assets, color-coded by status: red = critical, amber = warning, gray = normal.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657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a question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“Why is Compressor 3 flagged?” or “Maintenance history on Pump 7?”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5204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3657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answer + confidence badge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39776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diagnosis, with a live-computed confidence score.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50292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 “View Evidence &amp; Citations”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53492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exact log ID, manual section, and graph edge behind the answer.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8920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C2228"/>
          </a:solidFill>
          <a:ln w="12700">
            <a:solidFill>
              <a:srgbClr val="2A3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58000" y="50292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an ambiguous or unrelated query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53492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confidence drop below 0.5 and the agent recommend human escalation instead of guessing.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28016" cy="128016"/>
          </a:xfrm>
          <a:prstGeom prst="ellipse">
            <a:avLst/>
          </a:prstGeom>
          <a:solidFill>
            <a:srgbClr val="4FA8A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12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EVIDENCE-BACKED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siloed systems.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Hours of guesswork.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Answers you couldn't verify.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agent. Ten seconds.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answer with receipts.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4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— QUESTIONS?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PS8 //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2026-07-22T14:22:01Z</dcterms:created>
  <dcterms:modified xsi:type="dcterms:W3CDTF">2026-07-22T14:22:01Z</dcterms:modified>
</cp:coreProperties>
</file>